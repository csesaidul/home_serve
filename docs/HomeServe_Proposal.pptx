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1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image" Target="../media/image8.png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9.png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5.png"/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3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7.png"/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28090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0A896">
              <a:alpha val="3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8499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71323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PROPOSAL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HomeServe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Home Service Provider Finder Platform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C9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&amp; Web Application for On-Demand Home Services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617720"/>
            <a:ext cx="41148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89204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514807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+ Riverpod + GoRouter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489204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514807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56052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5861304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via XAMPP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20640" y="56052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20640" y="5861304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of 3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4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Box 25"/>
          <p:cNvSpPr txBox="1"/>
          <p:nvPr/>
        </p:nvSpPr>
        <p:spPr>
          <a:xfrm>
            <a:off x="852805" y="2124075"/>
            <a:ext cx="63671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4000"/>
              <a:t>Saidul Islam (415)</a:t>
            </a:r>
            <a:endParaRPr lang="en-US" altLang="en-GB" sz="4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4000"/>
              <a:t>Akikul Haque Sajib</a:t>
            </a:r>
            <a:endParaRPr lang="en-US" altLang="en-GB" sz="4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4000"/>
              <a:t>Rabbi</a:t>
            </a:r>
            <a:endParaRPr lang="en-US" altLang="en-GB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project is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00436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 Discovery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496312"/>
            <a:ext cx="483717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a reliable plumber, electrician, or cleaner usually means asking neighbors or scrolling through unverified local ads with no ratings or accountability.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56232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200436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37944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Trust Layer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73952" y="2496312"/>
            <a:ext cx="483717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have no way to verify a worker's identity, skill, or past performance before letting them into their home.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424464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78224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Scheduling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736592"/>
            <a:ext cx="483717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is done over phone calls, with no tracking of status, no booking history, and frequent no-shows.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096512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424464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78224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Opaque Pricing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73952" y="4736592"/>
            <a:ext cx="483717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costs are negotiated informally on the spot, leading to overcharging and disputes.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HomeServe sets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24450"/>
          </a:solidFill>
        </p:spPr>
      </p:sp>
      <p:sp>
        <p:nvSpPr>
          <p:cNvPr id="5" name="Text 3"/>
          <p:cNvSpPr/>
          <p:nvPr/>
        </p:nvSpPr>
        <p:spPr>
          <a:xfrm>
            <a:off x="868680" y="1627632"/>
            <a:ext cx="10424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is a two-sided marketplace platform that connects verified home-service providers with customers through a Flutter-based Android &amp; web app, backed by a FastAPI service and a relational database.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315330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30168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Providers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931920"/>
            <a:ext cx="31546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Admin-approved onboarding so customers only meet vetted professionals.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2788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301752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08" y="315330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630168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Seamless Booking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17720" y="3931920"/>
            <a:ext cx="31546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schedule, and track a service request end-to-end in-app.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0" y="2788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301752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988" y="3153308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630168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Visibility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458200" y="3931920"/>
            <a:ext cx="31546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status updates and live location tracking of the assigned provider.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5073548"/>
            <a:ext cx="231343" cy="231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5550408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77240" y="5852160"/>
            <a:ext cx="31546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Ratings and reviews build a transparent reputation system for both sides.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89120" y="4709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17720" y="493776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508" y="5073548"/>
            <a:ext cx="231343" cy="23134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17720" y="5550408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 Pricing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17720" y="5852160"/>
            <a:ext cx="31546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Upfront category pricing and a simulated in-app payment flow.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229600" y="4709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58200" y="493776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988" y="5073548"/>
            <a:ext cx="231343" cy="23134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58200" y="5550408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Oversight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458200" y="5852160"/>
            <a:ext cx="31546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dashboard to manage categories, users, and disputes.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User Roles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roles, three tailored experiences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</p:spPr>
      </p:sp>
      <p:sp>
        <p:nvSpPr>
          <p:cNvPr id="6" name="Shape 4"/>
          <p:cNvSpPr/>
          <p:nvPr/>
        </p:nvSpPr>
        <p:spPr>
          <a:xfrm>
            <a:off x="548640" y="2148840"/>
            <a:ext cx="361188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7" name="Shape 5"/>
          <p:cNvSpPr/>
          <p:nvPr/>
        </p:nvSpPr>
        <p:spPr>
          <a:xfrm>
            <a:off x="1943100" y="2788920"/>
            <a:ext cx="822960" cy="82296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299" y="3011119"/>
            <a:ext cx="378562" cy="378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9280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97180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services, books providers, tracks jobs in real time, pays, and leaves reviews.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169164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16916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</p:spPr>
      </p:sp>
      <p:sp>
        <p:nvSpPr>
          <p:cNvPr id="13" name="Shape 10"/>
          <p:cNvSpPr/>
          <p:nvPr/>
        </p:nvSpPr>
        <p:spPr>
          <a:xfrm>
            <a:off x="4480560" y="2148840"/>
            <a:ext cx="3611880" cy="45720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4" name="Shape 11"/>
          <p:cNvSpPr/>
          <p:nvPr/>
        </p:nvSpPr>
        <p:spPr>
          <a:xfrm>
            <a:off x="5875020" y="2788920"/>
            <a:ext cx="822960" cy="82296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19" y="3011119"/>
            <a:ext cx="378562" cy="3785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189280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 Provider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800600" y="3840480"/>
            <a:ext cx="297180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 profile, sets availability &amp; pricing, accepts jobs, and manages earnings.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412480" y="169164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16916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024450"/>
          </a:solidFill>
        </p:spPr>
      </p:sp>
      <p:sp>
        <p:nvSpPr>
          <p:cNvPr id="20" name="Shape 16"/>
          <p:cNvSpPr/>
          <p:nvPr/>
        </p:nvSpPr>
        <p:spPr>
          <a:xfrm>
            <a:off x="8412480" y="2148840"/>
            <a:ext cx="3611880" cy="457200"/>
          </a:xfrm>
          <a:prstGeom prst="rect">
            <a:avLst/>
          </a:prstGeom>
          <a:solidFill>
            <a:srgbClr val="024450"/>
          </a:solidFill>
        </p:spPr>
      </p:sp>
      <p:sp>
        <p:nvSpPr>
          <p:cNvPr id="21" name="Shape 17"/>
          <p:cNvSpPr/>
          <p:nvPr/>
        </p:nvSpPr>
        <p:spPr>
          <a:xfrm>
            <a:off x="9806940" y="2788920"/>
            <a:ext cx="822960" cy="82296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39" y="3011119"/>
            <a:ext cx="378562" cy="3785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0" y="1892808"/>
            <a:ext cx="3611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732520" y="3840480"/>
            <a:ext cx="297180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Approves providers, manages categories, monitors activity, and resolves disputes.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Features — Customer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a customer needs to get a job done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33" y="1658173"/>
            <a:ext cx="176662" cy="176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527048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&amp; browse services by category, location, and rating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222510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093976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verified provider profiles, skills, and past reviews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2792029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992" y="2660904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bookings with date, time, and address details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3358957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992" y="3227832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booking status live: requested → accepted → en route → completed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333" y="1658173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93992" y="1527048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In-app chat with the assigned provider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0" y="2121408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7333" y="222510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93992" y="2093976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price estimate and complete a simulated in-app payment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263640" y="2688336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333" y="2792029"/>
            <a:ext cx="176662" cy="1766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93992" y="2660904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and review the provider after job completion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63640" y="3255264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7333" y="3358957"/>
            <a:ext cx="176662" cy="17666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93992" y="3227832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full booking history and rebook favourite providers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Features — Provider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for providers to manage their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33" y="1658173"/>
            <a:ext cx="176662" cy="176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527048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profile with skills, experience, and portfolio photos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2225101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093976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service categories and set per-category pricing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2792029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992" y="2660904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working hours and day-to-day availability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3358957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992" y="3227832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and accept/reject incoming booking requests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333" y="1658173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93992" y="1527048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live job status and share real-time location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0" y="2121408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7333" y="2225101"/>
            <a:ext cx="176662" cy="17666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93992" y="2093976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directly with the customer for job clarifications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263640" y="2688336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333" y="2792029"/>
            <a:ext cx="176662" cy="17666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93992" y="2660904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an earnings dashboard with completed-job history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63640" y="3255264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7333" y="3358957"/>
            <a:ext cx="176662" cy="17666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93992" y="3227832"/>
            <a:ext cx="481888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reputation through customer ratings and reviews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Features — Admin Panel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control over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41448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and approve/reject new provider registrations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53128" y="16002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81728" y="1828800"/>
            <a:ext cx="502920" cy="50292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16" y="196458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81728" y="2441448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and manage service categories and pricing rules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357616" y="16002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86216" y="1828800"/>
            <a:ext cx="502920" cy="50292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004" y="196458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86216" y="2441448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platform analytics: bookings, active users, revenue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630168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3994556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471416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Suspend or ban users and providers who violate policy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453128" y="3630168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81728" y="3858768"/>
            <a:ext cx="502920" cy="50292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516" y="3994556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81728" y="4471416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disputes and customer complaints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357616" y="3630168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586216" y="3858768"/>
            <a:ext cx="502920" cy="50292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2004" y="3994556"/>
            <a:ext cx="231343" cy="23134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86216" y="4471416"/>
            <a:ext cx="3200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user accounts and role permissions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Box 29"/>
          <p:cNvSpPr txBox="1"/>
          <p:nvPr/>
        </p:nvSpPr>
        <p:spPr>
          <a:xfrm>
            <a:off x="12300585" y="5776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modern, modular stack across mobile, web, and backend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(Android + Web)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6" name="Shape 4"/>
          <p:cNvSpPr/>
          <p:nvPr/>
        </p:nvSpPr>
        <p:spPr>
          <a:xfrm>
            <a:off x="3429000" y="21031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7" name="Shape 5"/>
          <p:cNvSpPr/>
          <p:nvPr/>
        </p:nvSpPr>
        <p:spPr>
          <a:xfrm>
            <a:off x="6309360" y="21031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8" name="Shape 6"/>
          <p:cNvSpPr/>
          <p:nvPr/>
        </p:nvSpPr>
        <p:spPr>
          <a:xfrm>
            <a:off x="9189720" y="21031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9" name="Shape 7"/>
          <p:cNvSpPr/>
          <p:nvPr/>
        </p:nvSpPr>
        <p:spPr>
          <a:xfrm>
            <a:off x="1604772" y="230428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780" y="2462296"/>
            <a:ext cx="269199" cy="26919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99923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31012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Cross-platform UI for Android &amp; Web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85132" y="230428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140" y="2462296"/>
            <a:ext cx="269199" cy="2691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99923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Storage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331012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 local storage of JWT tokens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365492" y="230428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500" y="2462296"/>
            <a:ext cx="269199" cy="2691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99923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Riverpod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46520" y="331012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 state management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10245852" y="230428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860" y="2462296"/>
            <a:ext cx="269199" cy="2691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299923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GoRouter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26880" y="331012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Declarative, role-based navigation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DATA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5720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27" name="Shape 21"/>
          <p:cNvSpPr/>
          <p:nvPr/>
        </p:nvSpPr>
        <p:spPr>
          <a:xfrm>
            <a:off x="3429000" y="45720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28" name="Shape 22"/>
          <p:cNvSpPr/>
          <p:nvPr/>
        </p:nvSpPr>
        <p:spPr>
          <a:xfrm>
            <a:off x="6309360" y="45720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29" name="Shape 23"/>
          <p:cNvSpPr/>
          <p:nvPr/>
        </p:nvSpPr>
        <p:spPr>
          <a:xfrm>
            <a:off x="9189720" y="45720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06616E"/>
          </a:solidFill>
        </p:spPr>
      </p:sp>
      <p:sp>
        <p:nvSpPr>
          <p:cNvPr id="30" name="Shape 24"/>
          <p:cNvSpPr/>
          <p:nvPr/>
        </p:nvSpPr>
        <p:spPr>
          <a:xfrm>
            <a:off x="1604772" y="477316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780" y="4931176"/>
            <a:ext cx="269199" cy="26919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0080" y="546811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85800" y="577900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REST API + WebSocket endpoints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485132" y="477316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140" y="4931176"/>
            <a:ext cx="269199" cy="269199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520440" y="546811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(XAMPP)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3566160" y="577900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database via phpMyAdmin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7365492" y="477316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3500" y="4931176"/>
            <a:ext cx="269199" cy="269199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400800" y="546811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446520" y="577900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Token-based authentication &amp; RBAC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10245852" y="4773168"/>
            <a:ext cx="585216" cy="585216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3860" y="4931176"/>
            <a:ext cx="269199" cy="269199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281160" y="546811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WebSockets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9326880" y="5779008"/>
            <a:ext cx="2423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9E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chat &amp; location updates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view of how components communicate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359152"/>
            <a:ext cx="640080" cy="64008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2531974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63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1012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&amp; Web Client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0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359152"/>
            <a:ext cx="640080" cy="64008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542" y="253197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063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Server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331012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+ WebSocket API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9144000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0" y="2359152"/>
            <a:ext cx="640080" cy="640080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1222" y="2531974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3063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(XAMPP)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0" y="331012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Database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017520" y="2880360"/>
            <a:ext cx="1828800" cy="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  <a:headEnd type="triangle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3017520" y="258775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/ JSON / WebSocket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315200" y="2880360"/>
            <a:ext cx="1828800" cy="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  <a:headEnd type="triangle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7315200" y="258775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Queries (ORM)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" y="4167835"/>
            <a:ext cx="168250" cy="168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4041648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tokens issued by FastAPI, cached securely on-device via Flutter Secure Storage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636008"/>
            <a:ext cx="365760" cy="36576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4734763"/>
            <a:ext cx="168250" cy="1682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608576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channels handle live chat messages and provider location pings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5202936"/>
            <a:ext cx="365760" cy="36576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" y="5301691"/>
            <a:ext cx="168250" cy="1682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51560" y="5175504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enforced at the API layer for Customer / Provider / Admin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Design — Key Entities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MySQL tables (simplified)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600200"/>
          <a:ext cx="1161288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50292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Fields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4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id, name, email, password_hash, role, phone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Stores customers, providers &amp; admins (role flag)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provider_profiles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user_id, bio, skills, verified, rating_avg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Extended info for providers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service_categories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id, name, icon, base_price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Admin-managed list of service types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id, customer_id, provider_id, category_id, status, scheduled_at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Tracks a single service request lifecycle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reviews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id, booking_id, rating, comment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feedback tied to a completed booking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messages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id, booking_id, sender_id, content, sent_at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Chat history per booking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location_pings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id, booking_id, lat, lng, timestamp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Live location stream for active jobs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Chat &amp; Live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natively with FastAPI WebSockets — no third-party backend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3F4F1"/>
          </a:solidFill>
        </p:spPr>
      </p:sp>
      <p:sp>
        <p:nvSpPr>
          <p:cNvPr id="5" name="Text 3"/>
          <p:cNvSpPr/>
          <p:nvPr/>
        </p:nvSpPr>
        <p:spPr>
          <a:xfrm>
            <a:off x="868680" y="1627632"/>
            <a:ext cx="10424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44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FastAPI's native WebSocket support lets us stream chat messages and provider GPS coordinates in real time, keeping the entire stack on FastAPI + MySQL instead of mixing in Firebase.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2880360"/>
            <a:ext cx="731520" cy="73152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350" y="307787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4904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Client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041648"/>
            <a:ext cx="3291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Opens a WebSocket connection per active booking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33672" y="3246120"/>
            <a:ext cx="630936" cy="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17920" y="2880360"/>
            <a:ext cx="731520" cy="73152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430" y="307787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374904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Gateway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4041648"/>
            <a:ext cx="3291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messages / GPS pings between the two connected clients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02752" y="3246120"/>
            <a:ext cx="630936" cy="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0287000" y="2880360"/>
            <a:ext cx="731520" cy="73152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510" y="3077870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374904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006840" y="4041648"/>
            <a:ext cx="3291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Persists chat history &amp; last-known location for reload/offline access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5285232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5421020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21208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Fallback plan: </a:t>
            </a:r>
            <a:r>
              <a:rPr lang="en-US" sz="11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WebSockets prove time-consuming, a 5-second polling fallback (GET /booking/{id}/location) ships first, with WebSocket upgrade as a Phase-2 stretch goal.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&amp; Role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of 3 — work split by current skillset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02759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Developer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1248" y="2724912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7"/>
          <p:cNvSpPr/>
          <p:nvPr/>
        </p:nvSpPr>
        <p:spPr>
          <a:xfrm>
            <a:off x="1051560" y="2651760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app architecture &amp; state management (Riverpod)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" y="3438144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2" name="Text 9"/>
          <p:cNvSpPr/>
          <p:nvPr/>
        </p:nvSpPr>
        <p:spPr>
          <a:xfrm>
            <a:off x="1051560" y="3364992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backend, auth &amp; WebSocket logic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1248" y="4151376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4" name="Text 11"/>
          <p:cNvSpPr/>
          <p:nvPr/>
        </p:nvSpPr>
        <p:spPr>
          <a:xfrm>
            <a:off x="1051560" y="4078224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integration &amp; deployment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8056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874520"/>
            <a:ext cx="566928" cy="56692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951" y="2027591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874520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0" y="2167128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&amp; Frontend Support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73168" y="2724912"/>
            <a:ext cx="73152" cy="7315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1" name="Text 17"/>
          <p:cNvSpPr/>
          <p:nvPr/>
        </p:nvSpPr>
        <p:spPr>
          <a:xfrm>
            <a:off x="4983480" y="2651760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 wireframes &amp; screen designs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73168" y="3438144"/>
            <a:ext cx="73152" cy="7315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3" name="Text 19"/>
          <p:cNvSpPr/>
          <p:nvPr/>
        </p:nvSpPr>
        <p:spPr>
          <a:xfrm>
            <a:off x="4983480" y="3364992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Flutter screens (after scaffolding)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73168" y="4151376"/>
            <a:ext cx="73152" cy="7315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5" name="Text 21"/>
          <p:cNvSpPr/>
          <p:nvPr/>
        </p:nvSpPr>
        <p:spPr>
          <a:xfrm>
            <a:off x="4983480" y="4078224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testing &amp; bug reporting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41248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686800" y="1874520"/>
            <a:ext cx="566928" cy="566928"/>
          </a:xfrm>
          <a:prstGeom prst="ellipse">
            <a:avLst/>
          </a:prstGeom>
          <a:solidFill>
            <a:srgbClr val="024450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71" y="2027591"/>
            <a:ext cx="260787" cy="2607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418320" y="1874520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3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9418320" y="2167128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44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&amp; Database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705088" y="2724912"/>
            <a:ext cx="73152" cy="73152"/>
          </a:xfrm>
          <a:prstGeom prst="ellipse">
            <a:avLst/>
          </a:prstGeom>
          <a:solidFill>
            <a:srgbClr val="024450"/>
          </a:solidFill>
        </p:spPr>
      </p:sp>
      <p:sp>
        <p:nvSpPr>
          <p:cNvPr id="32" name="Text 27"/>
          <p:cNvSpPr/>
          <p:nvPr/>
        </p:nvSpPr>
        <p:spPr>
          <a:xfrm>
            <a:off x="8915400" y="2651760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schema design via phpMyAdmin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705088" y="3438144"/>
            <a:ext cx="73152" cy="73152"/>
          </a:xfrm>
          <a:prstGeom prst="ellipse">
            <a:avLst/>
          </a:prstGeom>
          <a:solidFill>
            <a:srgbClr val="024450"/>
          </a:solidFill>
        </p:spPr>
      </p:sp>
      <p:sp>
        <p:nvSpPr>
          <p:cNvPr id="34" name="Text 29"/>
          <p:cNvSpPr/>
          <p:nvPr/>
        </p:nvSpPr>
        <p:spPr>
          <a:xfrm>
            <a:off x="8915400" y="3364992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data seeding &amp; category content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705088" y="4151376"/>
            <a:ext cx="73152" cy="73152"/>
          </a:xfrm>
          <a:prstGeom prst="ellipse">
            <a:avLst/>
          </a:prstGeom>
          <a:solidFill>
            <a:srgbClr val="024450"/>
          </a:solidFill>
        </p:spPr>
      </p:sp>
      <p:sp>
        <p:nvSpPr>
          <p:cNvPr id="36" name="Text 31"/>
          <p:cNvSpPr/>
          <p:nvPr/>
        </p:nvSpPr>
        <p:spPr>
          <a:xfrm>
            <a:off x="8915400" y="4078224"/>
            <a:ext cx="2834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Proposal/report writing &amp; presentation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8 weeks (within the full-semester window)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00200" y="3246120"/>
            <a:ext cx="8961120" cy="0"/>
          </a:xfrm>
          <a:prstGeom prst="line">
            <a:avLst/>
          </a:prstGeom>
          <a:noFill/>
          <a:ln w="38100">
            <a:solidFill>
              <a:srgbClr val="C9E2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2962656"/>
            <a:ext cx="566928" cy="56692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807" y="3115727"/>
            <a:ext cx="260787" cy="2607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00200" y="2606040"/>
            <a:ext cx="0" cy="356616"/>
          </a:xfrm>
          <a:prstGeom prst="line">
            <a:avLst/>
          </a:prstGeom>
          <a:noFill/>
          <a:ln w="19050">
            <a:solidFill>
              <a:srgbClr val="C9E2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5087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563624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1–2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74650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 &amp; Design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19202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finalized, Figma wireframes, DB schema, project setup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57016" y="2962656"/>
            <a:ext cx="566928" cy="56692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087" y="3115727"/>
            <a:ext cx="260787" cy="26078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40480" y="3529584"/>
            <a:ext cx="0" cy="219456"/>
          </a:xfrm>
          <a:prstGeom prst="line">
            <a:avLst/>
          </a:prstGeom>
          <a:noFill/>
          <a:ln w="19050">
            <a:solidFill>
              <a:srgbClr val="C9E2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88920" y="374904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880360" y="3803904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3–4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880360" y="398678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Backend + Auth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880360" y="4251960"/>
            <a:ext cx="19202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project, MySQL models, JWT auth, booking CRUD APIs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797296" y="2962656"/>
            <a:ext cx="566928" cy="56692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367" y="3115727"/>
            <a:ext cx="260787" cy="26078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080760" y="2606040"/>
            <a:ext cx="0" cy="356616"/>
          </a:xfrm>
          <a:prstGeom prst="line">
            <a:avLst/>
          </a:prstGeom>
          <a:noFill/>
          <a:ln w="19050">
            <a:solidFill>
              <a:srgbClr val="C9E2D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29200" y="15087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120640" y="1563624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5–6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120640" y="174650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Build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120640" y="2011680"/>
            <a:ext cx="19202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screens, Riverpod state, GoRouter flows, API integration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8037576" y="2962656"/>
            <a:ext cx="566928" cy="566928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647" y="3115727"/>
            <a:ext cx="260787" cy="260787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321040" y="3529584"/>
            <a:ext cx="0" cy="219456"/>
          </a:xfrm>
          <a:prstGeom prst="line">
            <a:avLst/>
          </a:prstGeom>
          <a:noFill/>
          <a:ln w="19050">
            <a:solidFill>
              <a:srgbClr val="C9E2D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269480" y="374904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360920" y="3803904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7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360920" y="398678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Features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60920" y="4251960"/>
            <a:ext cx="19202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tracking, chat &amp; live location (WebSocket / polling fallback)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10277856" y="2962656"/>
            <a:ext cx="566928" cy="566928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0927" y="3115727"/>
            <a:ext cx="260787" cy="260787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561320" y="2606040"/>
            <a:ext cx="0" cy="356616"/>
          </a:xfrm>
          <a:prstGeom prst="line">
            <a:avLst/>
          </a:prstGeom>
          <a:noFill/>
          <a:ln w="19050">
            <a:solidFill>
              <a:srgbClr val="C9E2D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509760" y="15087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9601200" y="1563624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8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601200" y="1746504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Polish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9601200" y="2011680"/>
            <a:ext cx="19202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fixes, admin panel, demo prep, documentation &amp; report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Development Methodology &amp;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we'll work as a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786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192024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757" y="20683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224942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(Weekly Sprints)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weekly sprints with task boards so each member's progress is visible and blockers surface early.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74136" y="1691640"/>
            <a:ext cx="25786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92024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253" y="20683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06040"/>
            <a:ext cx="224942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38728" y="2971800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Feature-branch workflow with pull requests, even for a small team, to keep history clean and reviewable.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9632" y="1691640"/>
            <a:ext cx="25786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4616" y="192024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49" y="20683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606040"/>
            <a:ext cx="224942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64224" y="2971800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wireframes and a component-level design system before any screen is coded.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25128" y="1691640"/>
            <a:ext cx="25786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0112" y="1920240"/>
            <a:ext cx="548640" cy="5486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8245" y="20683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606040"/>
            <a:ext cx="224942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Postman + Manual QA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89720" y="2971800"/>
            <a:ext cx="224942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endpoints tested in Postman before Flutter integration; manual test checklist for each booking flow.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44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Boundaries (MVP)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66928" y="4645152"/>
            <a:ext cx="82296" cy="82296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6" name="Text 20"/>
          <p:cNvSpPr/>
          <p:nvPr/>
        </p:nvSpPr>
        <p:spPr>
          <a:xfrm>
            <a:off x="777240" y="457200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payment flow (no live payment gateway integration)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66928" y="5056632"/>
            <a:ext cx="82296" cy="82296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8" name="Text 22"/>
          <p:cNvSpPr/>
          <p:nvPr/>
        </p:nvSpPr>
        <p:spPr>
          <a:xfrm>
            <a:off x="777240" y="498348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Status-update tracking as default; WebSocket chat &amp; live GPS as stretch goals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5468112"/>
            <a:ext cx="82296" cy="82296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0" name="Text 24"/>
          <p:cNvSpPr/>
          <p:nvPr/>
        </p:nvSpPr>
        <p:spPr>
          <a:xfrm>
            <a:off x="777240" y="539496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Open, admin-managed service category list (6–8 demo categories at launch)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00A896">
              <a:alpha val="3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working end-to-end prototype demonstrating a complete service-booking marketplace — from discovery to payment to review — across Android and Web, built on a modern, fully owned tech stack.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86664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770632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Android &amp; Web app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34610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364992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+ WebSocket FastAPI backend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05536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959352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MySQL schema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64972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553712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Demo-ready booking, chat &amp; tracking flow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HomeServe Proposal</a:t>
            </a:r>
            <a:endParaRPr lang="en-US" sz="900" dirty="0"/>
          </a:p>
        </p:txBody>
      </p:sp>
      <p:sp>
        <p:nvSpPr>
          <p:cNvPr id="33" name="Text 12"/>
          <p:cNvSpPr/>
          <p:nvPr/>
        </p:nvSpPr>
        <p:spPr>
          <a:xfrm>
            <a:off x="3449955" y="2554605"/>
            <a:ext cx="5486400" cy="8743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i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8800" i="1" dirty="0">
              <a:solidFill>
                <a:srgbClr val="02C39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7947</Words>
  <Application>WPS Presentation</Application>
  <PresentationFormat>On-screen Show (16:9)</PresentationFormat>
  <Paragraphs>462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HomeServe - Home Service Provider Finder Platform</dc:title>
  <dc:creator>Student</dc:creator>
  <dc:subject>PptxGenJS Presentation</dc:subject>
  <cp:lastModifiedBy>Saidul Islam</cp:lastModifiedBy>
  <cp:revision>4</cp:revision>
  <dcterms:created xsi:type="dcterms:W3CDTF">2026-06-30T12:31:00Z</dcterms:created>
  <dcterms:modified xsi:type="dcterms:W3CDTF">2026-06-30T13:05:16Z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D6298FA28BFD4C1497C8B70DA0EEDD8C_12</vt:lpwstr>
  </property>
  <property fmtid="{D5CDD505-2E9C-101B-9397-08002B2CF9AE}" pid="3" name="KSOProductBuildVer">
    <vt:lpwstr>2057-12.2.0.23203</vt:lpwstr>
  </property>
</Properties>
</file>